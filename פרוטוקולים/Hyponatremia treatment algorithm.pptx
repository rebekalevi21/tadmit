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73" d="100"/>
          <a:sy n="73" d="100"/>
        </p:scale>
        <p:origin x="14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B1AE9-BBF0-496E-A20F-27A4A02F391F}" type="datetimeFigureOut">
              <a:rPr lang="he-IL" smtClean="0"/>
              <a:t>כ"ו/טבת/תשפ"ה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588B3-48AF-40EF-8B4D-9CE578DA4726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1026" name="Picture 2" descr="Image result for hyponatremia algorithm trea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0"/>
            <a:ext cx="7018711" cy="66247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‫הצגה על המסך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ערכת נושא Office</vt:lpstr>
      <vt:lpstr>מצגת של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mshapiro</dc:creator>
  <cp:lastModifiedBy>טיפול נמרץ כללי</cp:lastModifiedBy>
  <cp:revision>1</cp:revision>
  <dcterms:created xsi:type="dcterms:W3CDTF">2017-06-12T11:04:41Z</dcterms:created>
  <dcterms:modified xsi:type="dcterms:W3CDTF">2025-01-26T13:00:07Z</dcterms:modified>
</cp:coreProperties>
</file>